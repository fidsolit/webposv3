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view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Cost</c:v>
                  </c:pt>
                  <c:pt idx="2">
                    <c:v>Expenses</c:v>
                  </c:pt>
                  <c:pt idx="3">
                    <c:v>Net Profit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58</c:v>
                </c:pt>
                <c:pt idx="2">
                  <c:v>18</c:v>
                </c:pt>
                <c:pt idx="3">
                  <c:v>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28816"/>
            <a:ext cx="11201400" cy="0"/>
          </a:xfrm>
          <a:prstGeom prst="line">
            <a:avLst/>
          </a:prstGeom>
          <a:noFill/>
          <a:ln w="12700">
            <a:solidFill>
              <a:srgbClr val="D4E1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592824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 V3 System Presentation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8321040" y="6592824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FCODES COMPUTER SUPPLY AND SERVICES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143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 V3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2E8F0"/>
                </a:solidFill>
              </a:rPr>
              <a:t>Complete Retail POS &amp; Store Operations System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50392" y="2423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C5FD"/>
                </a:solidFill>
              </a:rPr>
              <a:t>Client Presentation / System Turnover Overview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850392" y="3154680"/>
            <a:ext cx="1051560" cy="384048"/>
          </a:xfrm>
          <a:prstGeom prst="roundRect">
            <a:avLst>
              <a:gd name="adj" fmla="val 19048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3255264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Sales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057400" y="3154680"/>
            <a:ext cx="1325880" cy="384048"/>
          </a:xfrm>
          <a:prstGeom prst="roundRect">
            <a:avLst>
              <a:gd name="adj" fmla="val 19048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0552" y="325526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Inventory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547872" y="315468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3255264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Customer Credit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559552" y="3154680"/>
            <a:ext cx="1143000" cy="384048"/>
          </a:xfrm>
          <a:prstGeom prst="roundRect">
            <a:avLst>
              <a:gd name="adj" fmla="val 19048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32704" y="3255264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</a:rPr>
              <a:t>Reports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5943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</a:rPr>
              <a:t>Prepared by FCODES COMPUTER SUPPLY AND SERVICES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POS V3 Solves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single platform for daily sales, stock control, credit monitoring, and management review.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0876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67335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2075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Fast and accurate checkout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167335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17520" y="2075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Inventory visibility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37760" y="150876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167335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2075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Customer credit control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040880" y="1508760"/>
            <a:ext cx="20574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23760" y="1673352"/>
            <a:ext cx="1691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23760" y="207568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Profit and activity reports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41248" y="297180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" y="2971800"/>
            <a:ext cx="73152" cy="2057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11810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Business goals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2416" y="3474720"/>
            <a:ext cx="43708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Process sales quickly, reduce manual inventory tracking, monitor low-stock items, manage customer credit, record expenses, control staff access, and review sales/profit performance.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5989320" y="2971800"/>
            <a:ext cx="47548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989320" y="2971800"/>
            <a:ext cx="73152" cy="2057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0488" y="3118104"/>
            <a:ext cx="4370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Management value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0488" y="3474720"/>
            <a:ext cx="437083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POS V3 connects daily store operations with visibility and accountability so owners can see what happened, who handled it, and how the business performed.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POS V3 combines front-counter operations with back-office controls.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92040" y="2331720"/>
            <a:ext cx="2377440" cy="237744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38928" y="2944368"/>
            <a:ext cx="18836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POS V3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Core System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123444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23444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38074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737360"/>
            <a:ext cx="2176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Daily status + urgent alerts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886200" y="123444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86200" y="123444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7368" y="138074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Sales / POS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87368" y="1737360"/>
            <a:ext cx="2176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Cart, payment, receipt, void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178040" y="123444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78040" y="123444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79208" y="138074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Inventory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79208" y="1737360"/>
            <a:ext cx="2176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Products, barcode, thresholds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77240" y="47548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754880"/>
            <a:ext cx="7315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8408" y="490118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Reports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8408" y="5257800"/>
            <a:ext cx="2176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Revenue, COGS, expenses, profit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3886200" y="47548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86200" y="4754880"/>
            <a:ext cx="73152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87368" y="490118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Customers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087368" y="5257800"/>
            <a:ext cx="2176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Profiles, balances, reminders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178040" y="4754880"/>
            <a:ext cx="2560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78040" y="475488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79208" y="4901184"/>
            <a:ext cx="2176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Admin Controls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379208" y="5257800"/>
            <a:ext cx="2176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Roles, branches, activity logs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Admins see the full system; cashiers focus on daily front-counter operations.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493776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563624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Admin Access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920240"/>
            <a:ext cx="4553712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Dashboard • sales • customers • inventory • expenses • deliveries • losses • inventory history • low-stock alerts • users • branches • activity logs • reports • settings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492240" y="1417320"/>
            <a:ext cx="42976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1417320"/>
            <a:ext cx="73152" cy="36118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93408" y="1563624"/>
            <a:ext cx="3913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Cashier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3408" y="1920240"/>
            <a:ext cx="3913632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Login • process sales • log/review expenses • view allowed dashboard information • use customer functions available in their role flow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1188720" y="5440680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Cashier accounts may require admin approval before they can transact.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 / POS Workflow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Designed for speed, accurate totals, and reliable transaction history.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8600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4048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70432" y="230428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Open New Sale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029968" y="2505456"/>
            <a:ext cx="34747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2286000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4048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44952" y="230428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Search / Scan Product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904488" y="2505456"/>
            <a:ext cx="34747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286000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4048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9472" y="230428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Build Cart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5779008" y="2505456"/>
            <a:ext cx="34747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263640" y="2286000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4048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793992" y="230428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Record Payment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653528" y="2505456"/>
            <a:ext cx="34747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138160" y="2286000"/>
            <a:ext cx="438912" cy="43891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24048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68512" y="230428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Save Transaction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528048" y="2505456"/>
            <a:ext cx="347472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12680" y="2286000"/>
            <a:ext cx="438912" cy="43891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240487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43032" y="230428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Update Inventory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14400" y="365760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3657600"/>
            <a:ext cx="73152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3803904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Key POS functions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15568" y="4160520"/>
            <a:ext cx="4416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New sale creation, product search, barcode search, quantity management, automatic price and total calculation, receipt number generation, printable transaction details, and void sale function.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355080" y="3657600"/>
            <a:ext cx="48006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3657600"/>
            <a:ext cx="73152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3803904"/>
            <a:ext cx="4416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Inventory behavior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56248" y="4160520"/>
            <a:ext cx="4416552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When a sale is completed, stock is deducted and inventory movement history is recorded. When a sale is voided, inventory can be restored and logged.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Control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Stock activity is tracked from product setup to delivery, loss, and history.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609344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Products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965960"/>
            <a:ext cx="2130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barcode, cost, price, opening stock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3703320" y="14630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03320" y="14630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1609344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Low-Stock Rule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04488" y="1965960"/>
            <a:ext cx="2130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current stock &lt;= alert threshold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629400" y="146304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629400" y="1463040"/>
            <a:ext cx="73152" cy="11430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0568" y="1609344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Delivery / Refill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30568" y="1965960"/>
            <a:ext cx="2130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quantity, supplier, reference, notes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703320" y="3840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3320" y="3840480"/>
            <a:ext cx="73152" cy="1143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04488" y="3986784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Inventory Loss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904488" y="4343400"/>
            <a:ext cx="2130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damaged, expired, missing, removed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629400" y="3840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629400" y="3840480"/>
            <a:ext cx="73152" cy="11430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0568" y="3986784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Movement History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30568" y="4343400"/>
            <a:ext cx="2130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sales, restocks, void restores, adjustments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3291840" y="2029968"/>
            <a:ext cx="4114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17920" y="2029968"/>
            <a:ext cx="41148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956048" y="2606040"/>
            <a:ext cx="0" cy="1234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91272" y="2606040"/>
            <a:ext cx="0" cy="123444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77240" y="384048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3840480"/>
            <a:ext cx="73152" cy="11430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8408" y="3986784"/>
            <a:ext cx="2130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Operational impact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78408" y="4343400"/>
            <a:ext cx="2130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The system helps prevent stockouts, reduces manual adjustment mistakes, and gives an audit trail explaining why stock changed over time.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Management &amp; Credit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Customer records, unpaid balances, due dates, and SMS reminders in one flow.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47218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Customer Profiles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828800"/>
            <a:ext cx="26791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Name, contact number, email, address, and notes are stored for better customer record keeping.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26280" y="132588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1325880"/>
            <a:ext cx="73152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147218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Credit Records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27448" y="1828800"/>
            <a:ext cx="26791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Credit amount, contact number, note, and promise-to-pay date can be recorded from the workflow.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183880" y="132588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83880" y="1325880"/>
            <a:ext cx="73152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472184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Follow-Up Actions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85048" y="1828800"/>
            <a:ext cx="26791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Unpaid balances are grouped by customer, can be searched, marked paid, and reminded through SMS.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840480" y="2148840"/>
            <a:ext cx="68580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589520" y="2148840"/>
            <a:ext cx="594360" cy="0"/>
          </a:xfrm>
          <a:prstGeom prst="line">
            <a:avLst/>
          </a:prstGeom>
          <a:noFill/>
          <a:ln w="15875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828800" y="4069080"/>
            <a:ext cx="8503920" cy="594360"/>
          </a:xfrm>
          <a:prstGeom prst="chevron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425196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Profile  →  Credit Entry  →  Due Alert  →  SMS Reminder  →  Mark as Paid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&amp; Administrative Controls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Controls are built around login, role access, approval, and activity visibility.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630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46304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9848" y="160934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Authenticated login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9848" y="1965960"/>
            <a:ext cx="2587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Security and accountability control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572000" y="14630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463040"/>
            <a:ext cx="73152" cy="960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60934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965960"/>
            <a:ext cx="2587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Security and accountability control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275320" y="146304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75320" y="146304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6488" y="160934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Cashier approval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76488" y="1965960"/>
            <a:ext cx="2587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Security and accountability control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868680" y="30175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68680" y="3017520"/>
            <a:ext cx="73152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16382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Branch assignment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9848" y="3520440"/>
            <a:ext cx="2587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Security and accountability control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572000" y="30175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0" y="3017520"/>
            <a:ext cx="73152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73168" y="316382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Recent login/logout logs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3168" y="3520440"/>
            <a:ext cx="2587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Security and accountability control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275320" y="301752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75320" y="3017520"/>
            <a:ext cx="73152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76488" y="3163824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Supabase row-level restrictions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76488" y="3520440"/>
            <a:ext cx="25877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Security and accountability control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2423160" y="4663440"/>
            <a:ext cx="74066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423160" y="4663440"/>
            <a:ext cx="73152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24328" y="4809744"/>
            <a:ext cx="7022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Admin visibility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24328" y="5166360"/>
            <a:ext cx="7022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Admins can manage users, change roles, approve/unapprove cashiers, assign branches, search/filter staff accounts, and review recent user access events.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Reports &amp; Profit Visibility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Reports combine sales, costs, expenses, and profit views for better decisions.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868680" y="14173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141732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0" y="1417320"/>
            <a:ext cx="73152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93408" y="1563624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Report coverage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93408" y="1920240"/>
            <a:ext cx="3959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Total revenue, cost of goods, operating expenses, gross profit, net profit after expenses, and daily/weekly/monthly/yearly profit metrics.</a:t>
            </a:r>
            <a:endParaRPr lang="en-US" sz="940" dirty="0"/>
          </a:p>
        </p:txBody>
      </p:sp>
      <p:sp>
        <p:nvSpPr>
          <p:cNvPr id="10" name="Shape 7"/>
          <p:cNvSpPr/>
          <p:nvPr/>
        </p:nvSpPr>
        <p:spPr>
          <a:xfrm>
            <a:off x="6492240" y="3154680"/>
            <a:ext cx="4343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3154680"/>
            <a:ext cx="73152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93408" y="3300984"/>
            <a:ext cx="3959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Management views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93408" y="3657600"/>
            <a:ext cx="39593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Top-selling items, recent completed transactions, recent logged expenses, card view, and graph view.</a:t>
            </a:r>
            <a:endParaRPr lang="en-US" sz="940" dirty="0"/>
          </a:p>
        </p:txBody>
      </p:sp>
      <p:sp>
        <p:nvSpPr>
          <p:cNvPr id="14" name="Text 11"/>
          <p:cNvSpPr/>
          <p:nvPr/>
        </p:nvSpPr>
        <p:spPr>
          <a:xfrm>
            <a:off x="960120" y="5166360"/>
            <a:ext cx="9966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Illustrative report structure only. Actual values come from client transactions and encoded expenses.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Special Features That Stand Out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Client-facing capabilities that make the system practical for real operations.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25880"/>
            <a:ext cx="73152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47218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Clickable Low-Stock Alerts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8408" y="1828800"/>
            <a:ext cx="2450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Click alerts to focus and highlight affected inventory items.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43484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34840" y="1325880"/>
            <a:ext cx="73152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47218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Barcode-Based Selection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36008" y="1828800"/>
            <a:ext cx="2450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Scan or type barcodes in sales and delivery workflows.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8092440" y="132588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92440" y="1325880"/>
            <a:ext cx="73152" cy="12344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47218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Delivery Audit Trail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93608" y="1828800"/>
            <a:ext cx="2450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Refills update stock and create stock movement entries.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57600"/>
            <a:ext cx="73152" cy="1234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380390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Void With Restoration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8408" y="4160520"/>
            <a:ext cx="2450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Voided sales can restore sold inventory and log the event.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4434840" y="3657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657600"/>
            <a:ext cx="73152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380390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Promise-to-Pay Alerts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36008" y="4160520"/>
            <a:ext cx="2450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Due dates surface in dashboard and support SMS reminders.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8092440" y="3657600"/>
            <a:ext cx="28346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92440" y="3657600"/>
            <a:ext cx="73152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93608" y="3803904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Pagination for Growth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93608" y="4160520"/>
            <a:ext cx="245059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Major lists stay usable as records grow over time.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92608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Operating Routine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6656" y="74066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Simple habits help the client get the best value from POS V3.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069848"/>
            <a:ext cx="100584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2344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533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99032" y="12527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Every user uses own login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417320" y="18562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Accountability starts with separate staff accounts.</a:t>
            </a:r>
            <a:endParaRPr lang="en-US" sz="840" dirty="0"/>
          </a:p>
        </p:txBody>
      </p:sp>
      <p:sp>
        <p:nvSpPr>
          <p:cNvPr id="9" name="Shape 7"/>
          <p:cNvSpPr/>
          <p:nvPr/>
        </p:nvSpPr>
        <p:spPr>
          <a:xfrm>
            <a:off x="868680" y="26517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7706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99032" y="267004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Review low-stock alerts daily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1417320" y="32735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Restock before products run out.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868680" y="40690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879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99032" y="408736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Encode deliveries immediately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417320" y="4690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Keep stock accurate at the time items arrive.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6400800" y="123444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3533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31152" y="125272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Record verified losses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6949440" y="18562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Track damaged, expired, missing, or removed stock.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6400800" y="265176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77063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31152" y="267004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Review user activity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6949440" y="32735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Check recent login/logout events for accountability.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6400800" y="4069080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18795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31152" y="4087368"/>
            <a:ext cx="9875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b="1" dirty="0">
                <a:solidFill>
                  <a:srgbClr val="1E293B"/>
                </a:solidFill>
              </a:rPr>
              <a:t>Check reports regularly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6949440" y="46908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Review daily, weekly, and monthly business performance.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916168" y="1234440"/>
            <a:ext cx="0" cy="41148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68680"/>
            <a:ext cx="5669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 V3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62763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CBD5E1"/>
                </a:solidFill>
              </a:rPr>
              <a:t>A complete retail operations platform for transactions, stock, customers, credit, users, and profit reporting.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14600"/>
            <a:ext cx="73152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2660904"/>
            <a:ext cx="5193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Strongest value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3017520"/>
            <a:ext cx="51937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Barcode-enabled selling and refill, low-stock monitoring, delivery/history audit trail, customer credit reminders, recent user activity tracking, and expense-aware reporting.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720840" y="2514600"/>
            <a:ext cx="4434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94A3B8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720840" y="2514600"/>
            <a:ext cx="73152" cy="1691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2008" y="2660904"/>
            <a:ext cx="4050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Ready for turnover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2008" y="3017520"/>
            <a:ext cx="405079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E293B"/>
                </a:solidFill>
              </a:rPr>
              <a:t>POS V3 is designed for daily store use and management review, helping the business operate with more visibility, speed, and accountability.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868680" y="52578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Thank you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8680" y="57332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FCODES COMPUTER SUPPLY AND SERVICES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59282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6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FCODES Computer Supply and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 V3 Complete System Presentation</dc:title>
  <dc:subject>POS V3 Client Presentation</dc:subject>
  <dc:creator>FCODES Computer Supply and Services</dc:creator>
  <cp:lastModifiedBy>FCODES Computer Supply and Services</cp:lastModifiedBy>
  <cp:revision>1</cp:revision>
  <dcterms:created xsi:type="dcterms:W3CDTF">2026-05-26T03:52:04Z</dcterms:created>
  <dcterms:modified xsi:type="dcterms:W3CDTF">2026-05-26T03:52:04Z</dcterms:modified>
</cp:coreProperties>
</file>